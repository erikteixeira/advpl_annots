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82" r:id="rId4"/>
    <p:sldId id="261" r:id="rId5"/>
    <p:sldId id="289" r:id="rId6"/>
    <p:sldId id="296" r:id="rId7"/>
    <p:sldId id="291" r:id="rId8"/>
    <p:sldId id="297" r:id="rId9"/>
    <p:sldId id="27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20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40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57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61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97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7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96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36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95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26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048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41BF4-AC48-48C6-9911-3DF02CDA0FA4}" type="datetimeFigureOut">
              <a:rPr lang="pt-BR" smtClean="0"/>
              <a:t>22/08/2023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37D7-3C8F-42EB-A38D-BAD2C9483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60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sobre modelos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Autor: Milton</a:t>
            </a:r>
          </a:p>
          <a:p>
            <a:r>
              <a:rPr lang="pt-BR" dirty="0"/>
              <a:t>Criado em: 01/03/2020</a:t>
            </a:r>
          </a:p>
          <a:p>
            <a:r>
              <a:rPr lang="pt-BR" dirty="0"/>
              <a:t>Alterado: 22/08/2023</a:t>
            </a:r>
          </a:p>
        </p:txBody>
      </p:sp>
    </p:spTree>
    <p:extLst>
      <p:ext uri="{BB962C8B-B14F-4D97-AF65-F5344CB8AC3E}">
        <p14:creationId xmlns:p14="http://schemas.microsoft.com/office/powerpoint/2010/main" val="320020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1B41D-5305-21AC-31B1-9A2E792E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de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2EA8BA-C128-3513-3474-CD557E6A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44444"/>
                </a:solidFill>
                <a:effectLst/>
                <a:latin typeface="inherit"/>
              </a:rPr>
              <a:t>Modelo 1 =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 1 só tabela (como cadastro de clientes – SA1)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44444"/>
                </a:solidFill>
                <a:effectLst/>
                <a:latin typeface="inherit"/>
              </a:rPr>
              <a:t>Modelo 2 =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 1 só tabela separada em cabeçalho e grid (como pedido de compras, onde as chaves se repetem para todos os itens – C7_FILIAL + C7_NUM)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44444"/>
                </a:solidFill>
                <a:effectLst/>
                <a:latin typeface="inherit"/>
              </a:rPr>
              <a:t>Modelo 3 =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 2 tabelas, separadas com cabeçalho e com grid (como pedido de venda - Tabelas SC5 e SC6)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44444"/>
                </a:solidFill>
                <a:effectLst/>
                <a:latin typeface="inherit"/>
              </a:rPr>
              <a:t>Modelo X =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 3 ou mais tabelas (como Documento de Entrada – SF1, SD1, SE2, </a:t>
            </a:r>
            <a:r>
              <a:rPr lang="pt-BR" b="0" i="0" dirty="0" err="1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etc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, ou cadastro de produtos – Tabelas SB1, SB5, SA5, </a:t>
            </a:r>
            <a:r>
              <a:rPr lang="pt-BR" b="0" i="0" dirty="0" err="1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etc</a:t>
            </a:r>
            <a:r>
              <a:rPr lang="pt-BR" b="0" i="0" dirty="0">
                <a:solidFill>
                  <a:srgbClr val="444444"/>
                </a:solidFill>
                <a:effectLst/>
                <a:latin typeface="Lato" panose="020F0502020204030203" pitchFamily="34" charset="0"/>
              </a:rPr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048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– Criar modelos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Construa os modelos conforme a seguir: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541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Construir</a:t>
            </a:r>
            <a:br>
              <a:rPr lang="pt-BR" dirty="0"/>
            </a:br>
            <a:r>
              <a:rPr lang="pt-BR" dirty="0"/>
              <a:t>Cadastro de Clientes </a:t>
            </a:r>
            <a:br>
              <a:rPr lang="pt-BR" dirty="0"/>
            </a:br>
            <a:r>
              <a:rPr lang="pt-BR" dirty="0"/>
              <a:t>(Modelo 1)</a:t>
            </a:r>
          </a:p>
        </p:txBody>
      </p:sp>
      <p:sp>
        <p:nvSpPr>
          <p:cNvPr id="4" name="Retângulo 3"/>
          <p:cNvSpPr/>
          <p:nvPr/>
        </p:nvSpPr>
        <p:spPr>
          <a:xfrm>
            <a:off x="1849581" y="2088573"/>
            <a:ext cx="7668491" cy="3709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59973" y="2098964"/>
            <a:ext cx="7699663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Cadastro de Clientes</a:t>
            </a:r>
          </a:p>
        </p:txBody>
      </p:sp>
      <p:sp>
        <p:nvSpPr>
          <p:cNvPr id="7" name="Retângulo 6"/>
          <p:cNvSpPr/>
          <p:nvPr/>
        </p:nvSpPr>
        <p:spPr>
          <a:xfrm>
            <a:off x="7975952" y="2712028"/>
            <a:ext cx="1369746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Sair</a:t>
            </a:r>
          </a:p>
        </p:txBody>
      </p:sp>
      <p:sp>
        <p:nvSpPr>
          <p:cNvPr id="8" name="Retângulo 7"/>
          <p:cNvSpPr/>
          <p:nvPr/>
        </p:nvSpPr>
        <p:spPr>
          <a:xfrm>
            <a:off x="6293413" y="2718955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Outras Ações</a:t>
            </a:r>
          </a:p>
        </p:txBody>
      </p:sp>
      <p:sp>
        <p:nvSpPr>
          <p:cNvPr id="9" name="Retângulo 8"/>
          <p:cNvSpPr/>
          <p:nvPr/>
        </p:nvSpPr>
        <p:spPr>
          <a:xfrm>
            <a:off x="3254944" y="2739737"/>
            <a:ext cx="1245224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Alterar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946864" y="2746663"/>
            <a:ext cx="1132022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Incluir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608344" y="2729346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Visualizar</a:t>
            </a:r>
          </a:p>
        </p:txBody>
      </p:sp>
      <p:sp>
        <p:nvSpPr>
          <p:cNvPr id="3" name="Retângulo 2"/>
          <p:cNvSpPr/>
          <p:nvPr/>
        </p:nvSpPr>
        <p:spPr>
          <a:xfrm>
            <a:off x="1953491" y="332509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939635" y="410095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977735" y="4918369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2036615" y="3359726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508659" y="3356262"/>
            <a:ext cx="95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Fantasia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406736" y="3373580"/>
            <a:ext cx="13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Razão Social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953491" y="3325091"/>
            <a:ext cx="1125395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3093026" y="3332018"/>
            <a:ext cx="1596743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4710551" y="3338944"/>
            <a:ext cx="4658584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2064326" y="371994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050470" y="4069775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000002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057396" y="448195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074713" y="488373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000004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3380504" y="3737264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366648" y="4087093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373574" y="449926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390891" y="490105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496784" y="373380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482928" y="4083629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489854" y="449580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507171" y="4897588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4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953491" y="6161809"/>
            <a:ext cx="591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Dica: - A interface deve ficar semelhante a da rotina MATA030</a:t>
            </a:r>
          </a:p>
        </p:txBody>
      </p:sp>
    </p:spTree>
    <p:extLst>
      <p:ext uri="{BB962C8B-B14F-4D97-AF65-F5344CB8AC3E}">
        <p14:creationId xmlns:p14="http://schemas.microsoft.com/office/powerpoint/2010/main" val="2455989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Construir  </a:t>
            </a:r>
            <a:br>
              <a:rPr lang="pt-BR" dirty="0"/>
            </a:br>
            <a:r>
              <a:rPr lang="pt-BR" dirty="0"/>
              <a:t>Cadastro de Pedido de Compra </a:t>
            </a:r>
            <a:br>
              <a:rPr lang="pt-BR" dirty="0"/>
            </a:br>
            <a:r>
              <a:rPr lang="pt-BR" dirty="0"/>
              <a:t>(Modelo 2)</a:t>
            </a:r>
          </a:p>
        </p:txBody>
      </p:sp>
      <p:sp>
        <p:nvSpPr>
          <p:cNvPr id="4" name="Retângulo 3"/>
          <p:cNvSpPr/>
          <p:nvPr/>
        </p:nvSpPr>
        <p:spPr>
          <a:xfrm>
            <a:off x="1849581" y="2088573"/>
            <a:ext cx="7668491" cy="3709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59973" y="2098964"/>
            <a:ext cx="7699663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de Compra</a:t>
            </a:r>
          </a:p>
        </p:txBody>
      </p:sp>
      <p:sp>
        <p:nvSpPr>
          <p:cNvPr id="7" name="Retângulo 6"/>
          <p:cNvSpPr/>
          <p:nvPr/>
        </p:nvSpPr>
        <p:spPr>
          <a:xfrm>
            <a:off x="7975952" y="2712028"/>
            <a:ext cx="1369746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Sair</a:t>
            </a:r>
          </a:p>
        </p:txBody>
      </p:sp>
      <p:sp>
        <p:nvSpPr>
          <p:cNvPr id="8" name="Retângulo 7"/>
          <p:cNvSpPr/>
          <p:nvPr/>
        </p:nvSpPr>
        <p:spPr>
          <a:xfrm>
            <a:off x="6293413" y="2718955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Outras Ações</a:t>
            </a:r>
          </a:p>
        </p:txBody>
      </p:sp>
      <p:sp>
        <p:nvSpPr>
          <p:cNvPr id="9" name="Retângulo 8"/>
          <p:cNvSpPr/>
          <p:nvPr/>
        </p:nvSpPr>
        <p:spPr>
          <a:xfrm>
            <a:off x="3254944" y="2739737"/>
            <a:ext cx="1245224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Alterar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946864" y="2746663"/>
            <a:ext cx="1132022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Incluir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608344" y="2729346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Visualizar</a:t>
            </a:r>
          </a:p>
        </p:txBody>
      </p:sp>
      <p:sp>
        <p:nvSpPr>
          <p:cNvPr id="3" name="Retângulo 2"/>
          <p:cNvSpPr/>
          <p:nvPr/>
        </p:nvSpPr>
        <p:spPr>
          <a:xfrm>
            <a:off x="1953491" y="332509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939635" y="410095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977735" y="4918369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2036615" y="3359726"/>
            <a:ext cx="115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 Pedido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73576" y="3356262"/>
            <a:ext cx="126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Fornecedor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479473" y="3373580"/>
            <a:ext cx="13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Razão Social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953491" y="3325091"/>
            <a:ext cx="1125395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3093026" y="3332018"/>
            <a:ext cx="1596743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4710551" y="3338944"/>
            <a:ext cx="4658584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2064326" y="371994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050470" y="4069775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000002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057396" y="448195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074713" y="488373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000004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3380504" y="373726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366648" y="4087093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000002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373574" y="449926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390891" y="4901052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496784" y="3733800"/>
            <a:ext cx="164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FORNECEDOR 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482928" y="4083629"/>
            <a:ext cx="164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FORNECEDOR 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489854" y="4495804"/>
            <a:ext cx="164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FORNECEDOR 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507171" y="4897588"/>
            <a:ext cx="164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FORNECEDOR 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53491" y="6161809"/>
            <a:ext cx="832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Dica: - A interface de inclusão deve ficar semelhante ao próximo slide (rotina MATA121)</a:t>
            </a:r>
          </a:p>
        </p:txBody>
      </p:sp>
    </p:spTree>
    <p:extLst>
      <p:ext uri="{BB962C8B-B14F-4D97-AF65-F5344CB8AC3E}">
        <p14:creationId xmlns:p14="http://schemas.microsoft.com/office/powerpoint/2010/main" val="104982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27B53-0406-208C-7832-3CEE05B3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Cadastro de Pedido de Compra (MATA121)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BF98BC-1BD7-9FFB-796B-8FDC838AC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160" y="1825625"/>
            <a:ext cx="8603679" cy="4351338"/>
          </a:xfrm>
        </p:spPr>
      </p:pic>
    </p:spTree>
    <p:extLst>
      <p:ext uri="{BB962C8B-B14F-4D97-AF65-F5344CB8AC3E}">
        <p14:creationId xmlns:p14="http://schemas.microsoft.com/office/powerpoint/2010/main" val="319536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Construir </a:t>
            </a:r>
            <a:br>
              <a:rPr lang="pt-BR" dirty="0"/>
            </a:br>
            <a:r>
              <a:rPr lang="pt-BR" dirty="0"/>
              <a:t>Cadastro de Pedido de Venda </a:t>
            </a:r>
            <a:br>
              <a:rPr lang="pt-BR" dirty="0"/>
            </a:br>
            <a:r>
              <a:rPr lang="pt-BR" dirty="0"/>
              <a:t>(Modelo 3)</a:t>
            </a:r>
          </a:p>
        </p:txBody>
      </p:sp>
      <p:sp>
        <p:nvSpPr>
          <p:cNvPr id="4" name="Retângulo 3"/>
          <p:cNvSpPr/>
          <p:nvPr/>
        </p:nvSpPr>
        <p:spPr>
          <a:xfrm>
            <a:off x="1849581" y="2088573"/>
            <a:ext cx="7668491" cy="3709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59973" y="2098964"/>
            <a:ext cx="7699663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de Venda</a:t>
            </a:r>
          </a:p>
        </p:txBody>
      </p:sp>
      <p:sp>
        <p:nvSpPr>
          <p:cNvPr id="7" name="Retângulo 6"/>
          <p:cNvSpPr/>
          <p:nvPr/>
        </p:nvSpPr>
        <p:spPr>
          <a:xfrm>
            <a:off x="7975952" y="2712028"/>
            <a:ext cx="1369746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Sair</a:t>
            </a:r>
          </a:p>
        </p:txBody>
      </p:sp>
      <p:sp>
        <p:nvSpPr>
          <p:cNvPr id="8" name="Retângulo 7"/>
          <p:cNvSpPr/>
          <p:nvPr/>
        </p:nvSpPr>
        <p:spPr>
          <a:xfrm>
            <a:off x="6293413" y="2718955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Outras Ações</a:t>
            </a:r>
          </a:p>
        </p:txBody>
      </p:sp>
      <p:sp>
        <p:nvSpPr>
          <p:cNvPr id="9" name="Retângulo 8"/>
          <p:cNvSpPr/>
          <p:nvPr/>
        </p:nvSpPr>
        <p:spPr>
          <a:xfrm>
            <a:off x="3254944" y="2739737"/>
            <a:ext cx="1245224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Alterar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946864" y="2746663"/>
            <a:ext cx="1132022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Incluir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608344" y="2729346"/>
            <a:ext cx="1506721" cy="405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Visualizar</a:t>
            </a:r>
          </a:p>
        </p:txBody>
      </p:sp>
      <p:sp>
        <p:nvSpPr>
          <p:cNvPr id="3" name="Retângulo 2"/>
          <p:cNvSpPr/>
          <p:nvPr/>
        </p:nvSpPr>
        <p:spPr>
          <a:xfrm>
            <a:off x="1953491" y="332509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939635" y="4100951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977735" y="4918369"/>
            <a:ext cx="7429500" cy="44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2036615" y="3359726"/>
            <a:ext cx="115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 Pedido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94358" y="3356262"/>
            <a:ext cx="838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500255" y="3373580"/>
            <a:ext cx="13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Razão Social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953491" y="3325091"/>
            <a:ext cx="1125395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3093026" y="3332018"/>
            <a:ext cx="1596743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4710551" y="3338944"/>
            <a:ext cx="4658584" cy="241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2064326" y="371994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050470" y="4069775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000002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057396" y="448195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074713" y="488373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000004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3380504" y="373726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366648" y="4087093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000002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373574" y="449926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390891" y="4901052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000004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496784" y="3733800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482928" y="4083629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489854" y="4495804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507171" y="489758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CLIENTE 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53491" y="6161809"/>
            <a:ext cx="842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Dica: - A interface de inclusão deve ficar semelhante ao próximo slide (rotina MATA410)</a:t>
            </a:r>
          </a:p>
        </p:txBody>
      </p:sp>
    </p:spTree>
    <p:extLst>
      <p:ext uri="{BB962C8B-B14F-4D97-AF65-F5344CB8AC3E}">
        <p14:creationId xmlns:p14="http://schemas.microsoft.com/office/powerpoint/2010/main" val="330359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32D01-BBF3-C457-1780-E62BEF24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Pedido de Venda (MATA410)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C7DA07A-582F-6B14-B237-F536CF52D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357" y="1825625"/>
            <a:ext cx="8599286" cy="4351338"/>
          </a:xfrm>
        </p:spPr>
      </p:pic>
    </p:spTree>
    <p:extLst>
      <p:ext uri="{BB962C8B-B14F-4D97-AF65-F5344CB8AC3E}">
        <p14:creationId xmlns:p14="http://schemas.microsoft.com/office/powerpoint/2010/main" val="158962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925291" y="2431473"/>
            <a:ext cx="13292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742903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322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inherit</vt:lpstr>
      <vt:lpstr>Lato</vt:lpstr>
      <vt:lpstr>Tema do Office</vt:lpstr>
      <vt:lpstr>Exercícios sobre modelos</vt:lpstr>
      <vt:lpstr>Construção de Modelos</vt:lpstr>
      <vt:lpstr>Desafio – Criar modelos</vt:lpstr>
      <vt:lpstr>Construir Cadastro de Clientes  (Modelo 1)</vt:lpstr>
      <vt:lpstr>Construir   Cadastro de Pedido de Compra  (Modelo 2)</vt:lpstr>
      <vt:lpstr>Cadastro de Pedido de Compra (MATA121)</vt:lpstr>
      <vt:lpstr>Construir  Cadastro de Pedido de Venda  (Modelo 3)</vt:lpstr>
      <vt:lpstr>Pedido de Venda (MATA410)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Exercícios de Interface</dc:title>
  <dc:creator>Milton J.dos Santos</dc:creator>
  <cp:lastModifiedBy>Milton J.dos Santos</cp:lastModifiedBy>
  <cp:revision>89</cp:revision>
  <dcterms:created xsi:type="dcterms:W3CDTF">2020-09-29T21:06:02Z</dcterms:created>
  <dcterms:modified xsi:type="dcterms:W3CDTF">2023-08-23T00:57:59Z</dcterms:modified>
</cp:coreProperties>
</file>