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65" r:id="rId7"/>
    <p:sldId id="266" r:id="rId8"/>
    <p:sldId id="268" r:id="rId9"/>
    <p:sldId id="261" r:id="rId10"/>
    <p:sldId id="262" r:id="rId11"/>
    <p:sldId id="263" r:id="rId12"/>
    <p:sldId id="258" r:id="rId13"/>
    <p:sldId id="26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A5A9-E8B5-4456-AE5F-DEFC477D36E2}" v="14" dt="2021-01-02T22:28:38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J.dos Santos" userId="649a63e0d3d2f1f9" providerId="LiveId" clId="{D5F1A5A9-E8B5-4456-AE5F-DEFC477D36E2}"/>
    <pc:docChg chg="undo custSel addSld delSld modSld">
      <pc:chgData name="Milton J.dos Santos" userId="649a63e0d3d2f1f9" providerId="LiveId" clId="{D5F1A5A9-E8B5-4456-AE5F-DEFC477D36E2}" dt="2021-01-03T18:01:05.782" v="741" actId="6549"/>
      <pc:docMkLst>
        <pc:docMk/>
      </pc:docMkLst>
      <pc:sldChg chg="modSp mod">
        <pc:chgData name="Milton J.dos Santos" userId="649a63e0d3d2f1f9" providerId="LiveId" clId="{D5F1A5A9-E8B5-4456-AE5F-DEFC477D36E2}" dt="2021-01-03T17:14:05.447" v="515" actId="6549"/>
        <pc:sldMkLst>
          <pc:docMk/>
          <pc:sldMk cId="2869031241" sldId="256"/>
        </pc:sldMkLst>
        <pc:spChg chg="mod">
          <ac:chgData name="Milton J.dos Santos" userId="649a63e0d3d2f1f9" providerId="LiveId" clId="{D5F1A5A9-E8B5-4456-AE5F-DEFC477D36E2}" dt="2021-01-02T20:25:43.746" v="22" actId="20577"/>
          <ac:spMkLst>
            <pc:docMk/>
            <pc:sldMk cId="2869031241" sldId="256"/>
            <ac:spMk id="2" creationId="{B0D3E8DF-251F-43E2-B68F-7DD54C51E3F7}"/>
          </ac:spMkLst>
        </pc:spChg>
        <pc:spChg chg="mod">
          <ac:chgData name="Milton J.dos Santos" userId="649a63e0d3d2f1f9" providerId="LiveId" clId="{D5F1A5A9-E8B5-4456-AE5F-DEFC477D36E2}" dt="2021-01-03T17:14:05.447" v="515" actId="6549"/>
          <ac:spMkLst>
            <pc:docMk/>
            <pc:sldMk cId="2869031241" sldId="256"/>
            <ac:spMk id="3" creationId="{1AB8FFD9-25C7-44B5-A1F1-553658CBA86E}"/>
          </ac:spMkLst>
        </pc:spChg>
      </pc:sldChg>
      <pc:sldChg chg="modSp mod">
        <pc:chgData name="Milton J.dos Santos" userId="649a63e0d3d2f1f9" providerId="LiveId" clId="{D5F1A5A9-E8B5-4456-AE5F-DEFC477D36E2}" dt="2021-01-02T22:31:14.533" v="513" actId="2711"/>
        <pc:sldMkLst>
          <pc:docMk/>
          <pc:sldMk cId="3413044563" sldId="257"/>
        </pc:sldMkLst>
        <pc:spChg chg="mod">
          <ac:chgData name="Milton J.dos Santos" userId="649a63e0d3d2f1f9" providerId="LiveId" clId="{D5F1A5A9-E8B5-4456-AE5F-DEFC477D36E2}" dt="2021-01-02T20:29:30.944" v="136" actId="1036"/>
          <ac:spMkLst>
            <pc:docMk/>
            <pc:sldMk cId="3413044563" sldId="257"/>
            <ac:spMk id="5" creationId="{0C2D500A-2558-4F23-AC60-2CAE3EEC9D32}"/>
          </ac:spMkLst>
        </pc:spChg>
        <pc:spChg chg="mod">
          <ac:chgData name="Milton J.dos Santos" userId="649a63e0d3d2f1f9" providerId="LiveId" clId="{D5F1A5A9-E8B5-4456-AE5F-DEFC477D36E2}" dt="2021-01-02T22:30:52.802" v="510" actId="20577"/>
          <ac:spMkLst>
            <pc:docMk/>
            <pc:sldMk cId="3413044563" sldId="257"/>
            <ac:spMk id="7" creationId="{F2DFF482-8452-4077-87BA-ECCCEFBB8674}"/>
          </ac:spMkLst>
        </pc:spChg>
        <pc:spChg chg="mod">
          <ac:chgData name="Milton J.dos Santos" userId="649a63e0d3d2f1f9" providerId="LiveId" clId="{D5F1A5A9-E8B5-4456-AE5F-DEFC477D36E2}" dt="2021-01-02T22:30:59.323" v="511"/>
          <ac:spMkLst>
            <pc:docMk/>
            <pc:sldMk cId="3413044563" sldId="257"/>
            <ac:spMk id="8" creationId="{07F66222-B9B3-4ECE-A0E2-D7735F5B9239}"/>
          </ac:spMkLst>
        </pc:spChg>
        <pc:spChg chg="mod">
          <ac:chgData name="Milton J.dos Santos" userId="649a63e0d3d2f1f9" providerId="LiveId" clId="{D5F1A5A9-E8B5-4456-AE5F-DEFC477D36E2}" dt="2021-01-02T22:31:14.533" v="513" actId="2711"/>
          <ac:spMkLst>
            <pc:docMk/>
            <pc:sldMk cId="3413044563" sldId="257"/>
            <ac:spMk id="9" creationId="{1A6DC9F9-79A7-4252-9CAE-DD6B7F2B556A}"/>
          </ac:spMkLst>
        </pc:spChg>
      </pc:sldChg>
      <pc:sldChg chg="addSp delSp modSp mod">
        <pc:chgData name="Milton J.dos Santos" userId="649a63e0d3d2f1f9" providerId="LiveId" clId="{D5F1A5A9-E8B5-4456-AE5F-DEFC477D36E2}" dt="2021-01-02T22:16:52.845" v="162" actId="21"/>
        <pc:sldMkLst>
          <pc:docMk/>
          <pc:sldMk cId="2383018394" sldId="259"/>
        </pc:sldMkLst>
        <pc:spChg chg="mod">
          <ac:chgData name="Milton J.dos Santos" userId="649a63e0d3d2f1f9" providerId="LiveId" clId="{D5F1A5A9-E8B5-4456-AE5F-DEFC477D36E2}" dt="2021-01-02T20:27:04.589" v="115" actId="6549"/>
          <ac:spMkLst>
            <pc:docMk/>
            <pc:sldMk cId="2383018394" sldId="259"/>
            <ac:spMk id="7" creationId="{F2DFF482-8452-4077-87BA-ECCCEFBB8674}"/>
          </ac:spMkLst>
        </pc:spChg>
        <pc:spChg chg="mod">
          <ac:chgData name="Milton J.dos Santos" userId="649a63e0d3d2f1f9" providerId="LiveId" clId="{D5F1A5A9-E8B5-4456-AE5F-DEFC477D36E2}" dt="2021-01-02T20:27:28.879" v="135" actId="1036"/>
          <ac:spMkLst>
            <pc:docMk/>
            <pc:sldMk cId="2383018394" sldId="259"/>
            <ac:spMk id="8" creationId="{07F66222-B9B3-4ECE-A0E2-D7735F5B9239}"/>
          </ac:spMkLst>
        </pc:spChg>
        <pc:spChg chg="mod">
          <ac:chgData name="Milton J.dos Santos" userId="649a63e0d3d2f1f9" providerId="LiveId" clId="{D5F1A5A9-E8B5-4456-AE5F-DEFC477D36E2}" dt="2021-01-02T20:27:19.782" v="126" actId="20577"/>
          <ac:spMkLst>
            <pc:docMk/>
            <pc:sldMk cId="2383018394" sldId="259"/>
            <ac:spMk id="9" creationId="{1A6DC9F9-79A7-4252-9CAE-DD6B7F2B556A}"/>
          </ac:spMkLst>
        </pc:spChg>
        <pc:spChg chg="add del">
          <ac:chgData name="Milton J.dos Santos" userId="649a63e0d3d2f1f9" providerId="LiveId" clId="{D5F1A5A9-E8B5-4456-AE5F-DEFC477D36E2}" dt="2021-01-02T22:14:47.221" v="140" actId="22"/>
          <ac:spMkLst>
            <pc:docMk/>
            <pc:sldMk cId="2383018394" sldId="259"/>
            <ac:spMk id="10" creationId="{F93CADF8-461E-4600-84FD-16EA097F2E64}"/>
          </ac:spMkLst>
        </pc:spChg>
        <pc:spChg chg="add del">
          <ac:chgData name="Milton J.dos Santos" userId="649a63e0d3d2f1f9" providerId="LiveId" clId="{D5F1A5A9-E8B5-4456-AE5F-DEFC477D36E2}" dt="2021-01-02T22:14:49.440" v="142" actId="22"/>
          <ac:spMkLst>
            <pc:docMk/>
            <pc:sldMk cId="2383018394" sldId="259"/>
            <ac:spMk id="12" creationId="{13F786F0-DC1F-4260-B04C-812A04FC7015}"/>
          </ac:spMkLst>
        </pc:spChg>
        <pc:picChg chg="add del mod">
          <ac:chgData name="Milton J.dos Santos" userId="649a63e0d3d2f1f9" providerId="LiveId" clId="{D5F1A5A9-E8B5-4456-AE5F-DEFC477D36E2}" dt="2021-01-02T22:16:00.066" v="147" actId="478"/>
          <ac:picMkLst>
            <pc:docMk/>
            <pc:sldMk cId="2383018394" sldId="259"/>
            <ac:picMk id="14" creationId="{41874A94-82A7-4184-ADD0-B8AAE0263AA7}"/>
          </ac:picMkLst>
        </pc:picChg>
        <pc:picChg chg="add del mod">
          <ac:chgData name="Milton J.dos Santos" userId="649a63e0d3d2f1f9" providerId="LiveId" clId="{D5F1A5A9-E8B5-4456-AE5F-DEFC477D36E2}" dt="2021-01-02T22:16:52.845" v="162" actId="21"/>
          <ac:picMkLst>
            <pc:docMk/>
            <pc:sldMk cId="2383018394" sldId="259"/>
            <ac:picMk id="16" creationId="{DAC4C011-8432-4100-ADFE-19DB30F73BC3}"/>
          </ac:picMkLst>
        </pc:picChg>
        <pc:picChg chg="add del mod">
          <ac:chgData name="Milton J.dos Santos" userId="649a63e0d3d2f1f9" providerId="LiveId" clId="{D5F1A5A9-E8B5-4456-AE5F-DEFC477D36E2}" dt="2021-01-02T22:16:52.845" v="162" actId="21"/>
          <ac:picMkLst>
            <pc:docMk/>
            <pc:sldMk cId="2383018394" sldId="259"/>
            <ac:picMk id="18" creationId="{E28FACB0-3523-4E46-9EC7-651AC0136C64}"/>
          </ac:picMkLst>
        </pc:picChg>
      </pc:sldChg>
      <pc:sldChg chg="addSp delSp modSp new mod">
        <pc:chgData name="Milton J.dos Santos" userId="649a63e0d3d2f1f9" providerId="LiveId" clId="{D5F1A5A9-E8B5-4456-AE5F-DEFC477D36E2}" dt="2021-01-02T22:29:12.653" v="437" actId="20577"/>
        <pc:sldMkLst>
          <pc:docMk/>
          <pc:sldMk cId="800465006" sldId="260"/>
        </pc:sldMkLst>
        <pc:spChg chg="mod">
          <ac:chgData name="Milton J.dos Santos" userId="649a63e0d3d2f1f9" providerId="LiveId" clId="{D5F1A5A9-E8B5-4456-AE5F-DEFC477D36E2}" dt="2021-01-02T22:17:36.831" v="195" actId="20577"/>
          <ac:spMkLst>
            <pc:docMk/>
            <pc:sldMk cId="800465006" sldId="260"/>
            <ac:spMk id="2" creationId="{05324DC6-90F2-4086-8634-9D9F0C10D181}"/>
          </ac:spMkLst>
        </pc:spChg>
        <pc:spChg chg="del">
          <ac:chgData name="Milton J.dos Santos" userId="649a63e0d3d2f1f9" providerId="LiveId" clId="{D5F1A5A9-E8B5-4456-AE5F-DEFC477D36E2}" dt="2021-01-02T22:16:59.421" v="164" actId="478"/>
          <ac:spMkLst>
            <pc:docMk/>
            <pc:sldMk cId="800465006" sldId="260"/>
            <ac:spMk id="3" creationId="{40889036-AF4D-4540-85D3-0306F80BACF8}"/>
          </ac:spMkLst>
        </pc:spChg>
        <pc:spChg chg="add mod">
          <ac:chgData name="Milton J.dos Santos" userId="649a63e0d3d2f1f9" providerId="LiveId" clId="{D5F1A5A9-E8B5-4456-AE5F-DEFC477D36E2}" dt="2021-01-02T22:18:58.571" v="275" actId="20577"/>
          <ac:spMkLst>
            <pc:docMk/>
            <pc:sldMk cId="800465006" sldId="260"/>
            <ac:spMk id="8" creationId="{3EC5462A-677D-4F28-B3EB-10D7BE7FA345}"/>
          </ac:spMkLst>
        </pc:spChg>
        <pc:spChg chg="add mod">
          <ac:chgData name="Milton J.dos Santos" userId="649a63e0d3d2f1f9" providerId="LiveId" clId="{D5F1A5A9-E8B5-4456-AE5F-DEFC477D36E2}" dt="2021-01-02T22:29:12.653" v="437" actId="20577"/>
          <ac:spMkLst>
            <pc:docMk/>
            <pc:sldMk cId="800465006" sldId="260"/>
            <ac:spMk id="11" creationId="{9C9E63B1-84D3-4A4E-A583-54B6F23D4E5E}"/>
          </ac:spMkLst>
        </pc:spChg>
        <pc:picChg chg="add mod">
          <ac:chgData name="Milton J.dos Santos" userId="649a63e0d3d2f1f9" providerId="LiveId" clId="{D5F1A5A9-E8B5-4456-AE5F-DEFC477D36E2}" dt="2021-01-02T22:18:20.675" v="202" actId="1076"/>
          <ac:picMkLst>
            <pc:docMk/>
            <pc:sldMk cId="800465006" sldId="260"/>
            <ac:picMk id="4" creationId="{28FC9A62-8B96-454F-9340-1ADDC7ED7DED}"/>
          </ac:picMkLst>
        </pc:picChg>
        <pc:picChg chg="add del mod">
          <ac:chgData name="Milton J.dos Santos" userId="649a63e0d3d2f1f9" providerId="LiveId" clId="{D5F1A5A9-E8B5-4456-AE5F-DEFC477D36E2}" dt="2021-01-02T22:17:13.450" v="168" actId="478"/>
          <ac:picMkLst>
            <pc:docMk/>
            <pc:sldMk cId="800465006" sldId="260"/>
            <ac:picMk id="5" creationId="{87957BC6-16F8-4DF3-8052-C8B6F99C4D63}"/>
          </ac:picMkLst>
        </pc:picChg>
        <pc:picChg chg="add del mod">
          <ac:chgData name="Milton J.dos Santos" userId="649a63e0d3d2f1f9" providerId="LiveId" clId="{D5F1A5A9-E8B5-4456-AE5F-DEFC477D36E2}" dt="2021-01-02T22:17:03.984" v="166"/>
          <ac:picMkLst>
            <pc:docMk/>
            <pc:sldMk cId="800465006" sldId="260"/>
            <ac:picMk id="6" creationId="{A9EDEABA-04E9-4395-84B9-4B0267E91282}"/>
          </ac:picMkLst>
        </pc:picChg>
        <pc:picChg chg="add del mod">
          <ac:chgData name="Milton J.dos Santos" userId="649a63e0d3d2f1f9" providerId="LiveId" clId="{D5F1A5A9-E8B5-4456-AE5F-DEFC477D36E2}" dt="2021-01-02T22:17:03.984" v="166"/>
          <ac:picMkLst>
            <pc:docMk/>
            <pc:sldMk cId="800465006" sldId="260"/>
            <ac:picMk id="7" creationId="{28EE2CA5-2EB7-4C59-ACF0-BB2081BEC9D8}"/>
          </ac:picMkLst>
        </pc:picChg>
        <pc:picChg chg="add mod">
          <ac:chgData name="Milton J.dos Santos" userId="649a63e0d3d2f1f9" providerId="LiveId" clId="{D5F1A5A9-E8B5-4456-AE5F-DEFC477D36E2}" dt="2021-01-02T22:25:12.600" v="376" actId="1076"/>
          <ac:picMkLst>
            <pc:docMk/>
            <pc:sldMk cId="800465006" sldId="260"/>
            <ac:picMk id="10" creationId="{3F713DB4-CCD4-47D3-9E06-FA28BA891E01}"/>
          </ac:picMkLst>
        </pc:picChg>
      </pc:sldChg>
      <pc:sldChg chg="new del">
        <pc:chgData name="Milton J.dos Santos" userId="649a63e0d3d2f1f9" providerId="LiveId" clId="{D5F1A5A9-E8B5-4456-AE5F-DEFC477D36E2}" dt="2021-01-02T20:53:19.978" v="138" actId="2696"/>
        <pc:sldMkLst>
          <pc:docMk/>
          <pc:sldMk cId="4169083111" sldId="260"/>
        </pc:sldMkLst>
      </pc:sldChg>
      <pc:sldChg chg="addSp delSp modSp add mod">
        <pc:chgData name="Milton J.dos Santos" userId="649a63e0d3d2f1f9" providerId="LiveId" clId="{D5F1A5A9-E8B5-4456-AE5F-DEFC477D36E2}" dt="2021-01-02T22:29:08.972" v="435" actId="20577"/>
        <pc:sldMkLst>
          <pc:docMk/>
          <pc:sldMk cId="3358072423" sldId="261"/>
        </pc:sldMkLst>
        <pc:spChg chg="mod">
          <ac:chgData name="Milton J.dos Santos" userId="649a63e0d3d2f1f9" providerId="LiveId" clId="{D5F1A5A9-E8B5-4456-AE5F-DEFC477D36E2}" dt="2021-01-02T22:17:32.379" v="185" actId="6549"/>
          <ac:spMkLst>
            <pc:docMk/>
            <pc:sldMk cId="3358072423" sldId="261"/>
            <ac:spMk id="2" creationId="{05324DC6-90F2-4086-8634-9D9F0C10D181}"/>
          </ac:spMkLst>
        </pc:spChg>
        <pc:spChg chg="add mod">
          <ac:chgData name="Milton J.dos Santos" userId="649a63e0d3d2f1f9" providerId="LiveId" clId="{D5F1A5A9-E8B5-4456-AE5F-DEFC477D36E2}" dt="2021-01-02T22:20:27.157" v="371" actId="6549"/>
          <ac:spMkLst>
            <pc:docMk/>
            <pc:sldMk cId="3358072423" sldId="261"/>
            <ac:spMk id="6" creationId="{F065958E-92BD-4E86-84B8-982AA1048B9B}"/>
          </ac:spMkLst>
        </pc:spChg>
        <pc:spChg chg="add mod">
          <ac:chgData name="Milton J.dos Santos" userId="649a63e0d3d2f1f9" providerId="LiveId" clId="{D5F1A5A9-E8B5-4456-AE5F-DEFC477D36E2}" dt="2021-01-02T22:29:08.972" v="435" actId="20577"/>
          <ac:spMkLst>
            <pc:docMk/>
            <pc:sldMk cId="3358072423" sldId="261"/>
            <ac:spMk id="8" creationId="{6B0323E7-D664-4B5D-B206-E7D27EF98A75}"/>
          </ac:spMkLst>
        </pc:spChg>
        <pc:picChg chg="del">
          <ac:chgData name="Milton J.dos Santos" userId="649a63e0d3d2f1f9" providerId="LiveId" clId="{D5F1A5A9-E8B5-4456-AE5F-DEFC477D36E2}" dt="2021-01-02T22:17:18.303" v="170" actId="478"/>
          <ac:picMkLst>
            <pc:docMk/>
            <pc:sldMk cId="3358072423" sldId="261"/>
            <ac:picMk id="4" creationId="{28FC9A62-8B96-454F-9340-1ADDC7ED7DED}"/>
          </ac:picMkLst>
        </pc:picChg>
        <pc:picChg chg="mod">
          <ac:chgData name="Milton J.dos Santos" userId="649a63e0d3d2f1f9" providerId="LiveId" clId="{D5F1A5A9-E8B5-4456-AE5F-DEFC477D36E2}" dt="2021-01-02T22:18:17.507" v="201" actId="1076"/>
          <ac:picMkLst>
            <pc:docMk/>
            <pc:sldMk cId="3358072423" sldId="261"/>
            <ac:picMk id="5" creationId="{87957BC6-16F8-4DF3-8052-C8B6F99C4D63}"/>
          </ac:picMkLst>
        </pc:picChg>
        <pc:picChg chg="add del mod">
          <ac:chgData name="Milton J.dos Santos" userId="649a63e0d3d2f1f9" providerId="LiveId" clId="{D5F1A5A9-E8B5-4456-AE5F-DEFC477D36E2}" dt="2021-01-02T22:28:37.535" v="422" actId="478"/>
          <ac:picMkLst>
            <pc:docMk/>
            <pc:sldMk cId="3358072423" sldId="261"/>
            <ac:picMk id="7" creationId="{509C448F-6B17-47FE-83C1-AC018035C858}"/>
          </ac:picMkLst>
        </pc:picChg>
        <pc:picChg chg="add mod">
          <ac:chgData name="Milton J.dos Santos" userId="649a63e0d3d2f1f9" providerId="LiveId" clId="{D5F1A5A9-E8B5-4456-AE5F-DEFC477D36E2}" dt="2021-01-02T22:28:48.064" v="429" actId="1076"/>
          <ac:picMkLst>
            <pc:docMk/>
            <pc:sldMk cId="3358072423" sldId="261"/>
            <ac:picMk id="9" creationId="{71050EB6-684C-4F95-846A-16D86BC716E9}"/>
          </ac:picMkLst>
        </pc:picChg>
      </pc:sldChg>
      <pc:sldChg chg="addSp delSp modSp new mod">
        <pc:chgData name="Milton J.dos Santos" userId="649a63e0d3d2f1f9" providerId="LiveId" clId="{D5F1A5A9-E8B5-4456-AE5F-DEFC477D36E2}" dt="2021-01-02T22:29:54.300" v="451" actId="20577"/>
        <pc:sldMkLst>
          <pc:docMk/>
          <pc:sldMk cId="2704319865" sldId="262"/>
        </pc:sldMkLst>
        <pc:spChg chg="mod">
          <ac:chgData name="Milton J.dos Santos" userId="649a63e0d3d2f1f9" providerId="LiveId" clId="{D5F1A5A9-E8B5-4456-AE5F-DEFC477D36E2}" dt="2021-01-02T22:29:54.300" v="451" actId="20577"/>
          <ac:spMkLst>
            <pc:docMk/>
            <pc:sldMk cId="2704319865" sldId="262"/>
            <ac:spMk id="2" creationId="{29845D3F-A222-4CBC-90BF-1D7AA357DA05}"/>
          </ac:spMkLst>
        </pc:spChg>
        <pc:spChg chg="del">
          <ac:chgData name="Milton J.dos Santos" userId="649a63e0d3d2f1f9" providerId="LiveId" clId="{D5F1A5A9-E8B5-4456-AE5F-DEFC477D36E2}" dt="2021-01-02T22:18:09.541" v="197" actId="478"/>
          <ac:spMkLst>
            <pc:docMk/>
            <pc:sldMk cId="2704319865" sldId="262"/>
            <ac:spMk id="3" creationId="{6CD3826B-3B25-43CF-AEB0-FD860F45D878}"/>
          </ac:spMkLst>
        </pc:spChg>
        <pc:spChg chg="add mod">
          <ac:chgData name="Milton J.dos Santos" userId="649a63e0d3d2f1f9" providerId="LiveId" clId="{D5F1A5A9-E8B5-4456-AE5F-DEFC477D36E2}" dt="2021-01-02T22:20:20.187" v="368" actId="20577"/>
          <ac:spMkLst>
            <pc:docMk/>
            <pc:sldMk cId="2704319865" sldId="262"/>
            <ac:spMk id="6" creationId="{DFF85E53-1496-4824-AD56-29CB13C005F8}"/>
          </ac:spMkLst>
        </pc:spChg>
        <pc:spChg chg="add mod">
          <ac:chgData name="Milton J.dos Santos" userId="649a63e0d3d2f1f9" providerId="LiveId" clId="{D5F1A5A9-E8B5-4456-AE5F-DEFC477D36E2}" dt="2021-01-02T22:29:05.091" v="433" actId="6549"/>
          <ac:spMkLst>
            <pc:docMk/>
            <pc:sldMk cId="2704319865" sldId="262"/>
            <ac:spMk id="8" creationId="{7897DB61-BA59-4AA6-841C-ECCD6E84AB70}"/>
          </ac:spMkLst>
        </pc:spChg>
        <pc:picChg chg="add mod">
          <ac:chgData name="Milton J.dos Santos" userId="649a63e0d3d2f1f9" providerId="LiveId" clId="{D5F1A5A9-E8B5-4456-AE5F-DEFC477D36E2}" dt="2021-01-02T22:18:15.352" v="200" actId="1076"/>
          <ac:picMkLst>
            <pc:docMk/>
            <pc:sldMk cId="2704319865" sldId="262"/>
            <ac:picMk id="5" creationId="{4F196854-0EE2-4553-9901-36A336C64BBC}"/>
          </ac:picMkLst>
        </pc:picChg>
        <pc:picChg chg="add del mod">
          <ac:chgData name="Milton J.dos Santos" userId="649a63e0d3d2f1f9" providerId="LiveId" clId="{D5F1A5A9-E8B5-4456-AE5F-DEFC477D36E2}" dt="2021-01-02T22:27:37.723" v="413" actId="478"/>
          <ac:picMkLst>
            <pc:docMk/>
            <pc:sldMk cId="2704319865" sldId="262"/>
            <ac:picMk id="7" creationId="{D273BBEF-B6F7-4C7A-871F-23081EF1FFD4}"/>
          </ac:picMkLst>
        </pc:picChg>
        <pc:picChg chg="add mod">
          <ac:chgData name="Milton J.dos Santos" userId="649a63e0d3d2f1f9" providerId="LiveId" clId="{D5F1A5A9-E8B5-4456-AE5F-DEFC477D36E2}" dt="2021-01-02T22:29:00.823" v="431" actId="1076"/>
          <ac:picMkLst>
            <pc:docMk/>
            <pc:sldMk cId="2704319865" sldId="262"/>
            <ac:picMk id="10" creationId="{7064C189-8216-41FB-880B-C90B2C32B793}"/>
          </ac:picMkLst>
        </pc:picChg>
      </pc:sldChg>
      <pc:sldChg chg="modSp new mod">
        <pc:chgData name="Milton J.dos Santos" userId="649a63e0d3d2f1f9" providerId="LiveId" clId="{D5F1A5A9-E8B5-4456-AE5F-DEFC477D36E2}" dt="2021-01-03T18:01:05.782" v="741" actId="6549"/>
        <pc:sldMkLst>
          <pc:docMk/>
          <pc:sldMk cId="3219390167" sldId="263"/>
        </pc:sldMkLst>
        <pc:spChg chg="mod">
          <ac:chgData name="Milton J.dos Santos" userId="649a63e0d3d2f1f9" providerId="LiveId" clId="{D5F1A5A9-E8B5-4456-AE5F-DEFC477D36E2}" dt="2021-01-03T17:20:56.939" v="703" actId="6549"/>
          <ac:spMkLst>
            <pc:docMk/>
            <pc:sldMk cId="3219390167" sldId="263"/>
            <ac:spMk id="2" creationId="{FAE78771-18FC-4F34-9B9E-71B4D4B8ED6D}"/>
          </ac:spMkLst>
        </pc:spChg>
        <pc:spChg chg="mod">
          <ac:chgData name="Milton J.dos Santos" userId="649a63e0d3d2f1f9" providerId="LiveId" clId="{D5F1A5A9-E8B5-4456-AE5F-DEFC477D36E2}" dt="2021-01-03T18:01:05.782" v="741" actId="6549"/>
          <ac:spMkLst>
            <pc:docMk/>
            <pc:sldMk cId="3219390167" sldId="263"/>
            <ac:spMk id="3" creationId="{5BCC32DF-31D5-4053-A3B5-AF96AE81AC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A998B-BCE2-49F4-BBC7-2AF687E48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B3D5E9-67BC-4B26-9641-1F06B830C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E4CD6-6AE1-4CF3-992E-50F9DA61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3F144-B09D-438A-969A-555103DA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25E487-BAE4-4A7D-98AE-999746A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81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04EE9-A298-4651-A05B-CEDD469E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E2A8B6-2371-48D9-8EFD-D76C7DC88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2BBFF9-95DC-491C-8A06-F2199A56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E309-7981-4AEB-9805-1784D1FF2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384F7-CF70-410D-95A1-501FAC58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89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EE390-BF95-4DCC-9858-F5298DCD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1C16F7-348C-48C6-8652-31767389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D5AD44-A050-465C-9AE2-1E01A90D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E6FD0B-BDC7-45B0-B19B-638808B2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66C99A-B693-4DFC-A5A3-E05B265F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20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B03F9-D09D-4527-AC4E-D32B9F76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EF1CD-9464-47FB-A7D4-4C514B563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D3CEF9-D5CE-41EF-AEA9-B19B07C20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742225-7505-4215-92F0-CF36766D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E8C9CA-D1D0-4A34-901B-FF8D334C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FAD0D-7ECF-4BE5-A77C-699A7E2A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24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2B865-D996-4E4C-8338-994D777D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27ADCE-2E67-4F5E-9DF8-E4B23EBDA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0CE60C-36D3-42B8-BBAE-C2DF87655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97AD67-9D15-452C-8824-2110F3DDD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902C19-D9A1-40CD-8E79-EF912803A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F95DB6-5D6E-40F2-AABC-6A06999B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03D0A5-F18A-4CFE-A61C-B45D814E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533FE9-BB46-4F3D-8532-638B8380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8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F9F69-D104-417C-A00A-481883BD9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DDC46E-C60C-4121-8B4C-60DDDA6B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BDD00C-BB96-4A77-8767-79FF84FD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AEEC5B-FF35-42DD-BDE6-CAE016E6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18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8E65D8-BD0F-44B6-A6BA-C06711DC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9D654E-B661-4351-AC40-799C3262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EEA958-71E3-411B-BB2C-78B0015A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57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22A0E-EFB8-42A0-992D-9496C79D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18B33F-E8C1-494E-8055-931F8E1C6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25F52D-F612-4D50-97A6-05956DF5A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F4BB5C-3F39-409A-B88B-F642D785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0F8CBF-8D5B-4BA3-97D7-80FF84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D86FF5-BA24-4944-BB91-F8091F1B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11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0E623-48F4-4F88-8355-1568A748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9536E9-9EF0-4064-8B41-9A247A60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A6364-7F30-410E-8B3E-CD8D743BE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3AF245-24C1-4C5C-A828-C9773D03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1E849B-C3A9-45F1-A04D-A8C644E0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38654C-D77B-42C1-9A17-51F4B214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37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A5A8C-2F82-4B1A-BAC6-5BF952EC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8CBD5-CACE-4EB6-BE8C-D29A5F36E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65A5D7-6D04-4273-9FDA-0EDA28E5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A352B-0AC4-4216-A077-AA3E1DA5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2834C7-774C-4829-BFF2-9FF22CAC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46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33C674-931B-4ABE-81AA-DEB35E91F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76035A-873F-4C35-B3F8-996BC5E4C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B86C73-52A2-4A13-AF4C-2F835691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4FF3FA-842F-475B-B406-49042065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783FA7-7525-47D1-A460-A1E09848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84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6E4F2A-D47E-43B7-BFD1-D46FD485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B9C258-781E-4FA5-B197-65C277D99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381C36-0F2D-48E1-8C64-A212D5495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CBE7F-CD17-49C1-910C-890F51F0B663}" type="datetimeFigureOut">
              <a:rPr lang="pt-BR" smtClean="0"/>
              <a:t>20/01/2024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CDD0E-1D4C-4733-8F44-5DA48039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81FF59-4359-488F-B8B6-115CC285F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6E209-9459-4F6F-886A-33EB195217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7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3E8DF-251F-43E2-B68F-7DD54C51E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aos conceitos Protheus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B8FFD9-25C7-44B5-A1F1-553658CBA8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Autor: Milton</a:t>
            </a:r>
          </a:p>
          <a:p>
            <a:r>
              <a:rPr lang="pt-BR" dirty="0"/>
              <a:t>Criação: 02/01/2021</a:t>
            </a:r>
          </a:p>
          <a:p>
            <a:r>
              <a:rPr lang="pt-BR" dirty="0" err="1"/>
              <a:t>Ult.Alteração</a:t>
            </a:r>
            <a:r>
              <a:rPr lang="pt-BR" dirty="0"/>
              <a:t>: 20/01/2024</a:t>
            </a:r>
          </a:p>
        </p:txBody>
      </p:sp>
    </p:spTree>
    <p:extLst>
      <p:ext uri="{BB962C8B-B14F-4D97-AF65-F5344CB8AC3E}">
        <p14:creationId xmlns:p14="http://schemas.microsoft.com/office/powerpoint/2010/main" val="286903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0332C-3FAA-4FE3-99B5-BFEBD947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ALGUNS TERMOS IMPORTANTES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5B0E94-C74E-4795-A53E-CB2FEB026C5E}"/>
              </a:ext>
            </a:extLst>
          </p:cNvPr>
          <p:cNvSpPr/>
          <p:nvPr/>
        </p:nvSpPr>
        <p:spPr>
          <a:xfrm>
            <a:off x="838200" y="3008147"/>
            <a:ext cx="2257338" cy="72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ODBC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0B461D-5EA4-4405-BA4C-2E6D7BFFD221}"/>
              </a:ext>
            </a:extLst>
          </p:cNvPr>
          <p:cNvSpPr/>
          <p:nvPr/>
        </p:nvSpPr>
        <p:spPr>
          <a:xfrm>
            <a:off x="838200" y="4112705"/>
            <a:ext cx="2257338" cy="838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ERP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DFF482-8452-4077-87BA-ECCCEFBB8674}"/>
              </a:ext>
            </a:extLst>
          </p:cNvPr>
          <p:cNvSpPr txBox="1"/>
          <p:nvPr/>
        </p:nvSpPr>
        <p:spPr>
          <a:xfrm>
            <a:off x="3951215" y="3065299"/>
            <a:ext cx="4955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Termo em Inglês: Open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Connectivity</a:t>
            </a:r>
            <a:endParaRPr lang="pt-BR" b="0" i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Traduzindo: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Conectividade com banco aberta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6DC9F9-79A7-4252-9CAE-DD6B7F2B556A}"/>
              </a:ext>
            </a:extLst>
          </p:cNvPr>
          <p:cNvSpPr txBox="1"/>
          <p:nvPr/>
        </p:nvSpPr>
        <p:spPr>
          <a:xfrm>
            <a:off x="4043494" y="4197393"/>
            <a:ext cx="5654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Termo em Inglês: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Enterprise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Planning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Traduzindo: 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Planejamento dos Recursos da Empresa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28F0FEC-76D5-2480-68C8-1590554FD906}"/>
              </a:ext>
            </a:extLst>
          </p:cNvPr>
          <p:cNvSpPr/>
          <p:nvPr/>
        </p:nvSpPr>
        <p:spPr>
          <a:xfrm>
            <a:off x="878458" y="1898547"/>
            <a:ext cx="2257338" cy="72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SQL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2FF3A94-7C55-00DC-68E6-C03DEA669504}"/>
              </a:ext>
            </a:extLst>
          </p:cNvPr>
          <p:cNvSpPr txBox="1"/>
          <p:nvPr/>
        </p:nvSpPr>
        <p:spPr>
          <a:xfrm>
            <a:off x="3991473" y="1984119"/>
            <a:ext cx="5754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Termo em Inglês: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Structured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Query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Traduzindo: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Linguagem Estruturada de Programação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2D500A-2558-4F23-AC60-2CAE3EEC9D32}"/>
              </a:ext>
            </a:extLst>
          </p:cNvPr>
          <p:cNvSpPr/>
          <p:nvPr/>
        </p:nvSpPr>
        <p:spPr>
          <a:xfrm>
            <a:off x="838200" y="5210755"/>
            <a:ext cx="2257338" cy="880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F66222-B9B3-4ECE-A0E2-D7735F5B9239}"/>
              </a:ext>
            </a:extLst>
          </p:cNvPr>
          <p:cNvSpPr txBox="1"/>
          <p:nvPr/>
        </p:nvSpPr>
        <p:spPr>
          <a:xfrm>
            <a:off x="3951215" y="5270070"/>
            <a:ext cx="5968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Termo em Inglês: </a:t>
            </a:r>
            <a:r>
              <a:rPr lang="pt-BR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Integrated</a:t>
            </a:r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r>
              <a:rPr lang="pt-BR" dirty="0">
                <a:solidFill>
                  <a:srgbClr val="242729"/>
                </a:solidFill>
                <a:latin typeface="Arial" panose="020B0604020202020204" pitchFamily="34" charset="0"/>
              </a:rPr>
              <a:t>Traduzindo: </a:t>
            </a:r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Ambiente de Desenvolvimento Integrado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304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0332C-3FAA-4FE3-99B5-BFEBD947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MARCAS DO TERMOS IMPORTANTES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5B0E94-C74E-4795-A53E-CB2FEB026C5E}"/>
              </a:ext>
            </a:extLst>
          </p:cNvPr>
          <p:cNvSpPr/>
          <p:nvPr/>
        </p:nvSpPr>
        <p:spPr>
          <a:xfrm>
            <a:off x="838200" y="2861473"/>
            <a:ext cx="2257338" cy="599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ODBC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2D500A-2558-4F23-AC60-2CAE3EEC9D32}"/>
              </a:ext>
            </a:extLst>
          </p:cNvPr>
          <p:cNvSpPr/>
          <p:nvPr/>
        </p:nvSpPr>
        <p:spPr>
          <a:xfrm>
            <a:off x="838200" y="4580958"/>
            <a:ext cx="2257338" cy="5468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IDE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0B461D-5EA4-4405-BA4C-2E6D7BFFD221}"/>
              </a:ext>
            </a:extLst>
          </p:cNvPr>
          <p:cNvSpPr/>
          <p:nvPr/>
        </p:nvSpPr>
        <p:spPr>
          <a:xfrm>
            <a:off x="838200" y="5392624"/>
            <a:ext cx="2257338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ERP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DFF482-8452-4077-87BA-ECCCEFBB8674}"/>
              </a:ext>
            </a:extLst>
          </p:cNvPr>
          <p:cNvSpPr txBox="1"/>
          <p:nvPr/>
        </p:nvSpPr>
        <p:spPr>
          <a:xfrm>
            <a:off x="3951215" y="288414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ODBC (Microsoft)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F66222-B9B3-4ECE-A0E2-D7735F5B9239}"/>
              </a:ext>
            </a:extLst>
          </p:cNvPr>
          <p:cNvSpPr txBox="1"/>
          <p:nvPr/>
        </p:nvSpPr>
        <p:spPr>
          <a:xfrm>
            <a:off x="3951215" y="4633698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VS CODE 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(Microsoft)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6DC9F9-79A7-4252-9CAE-DD6B7F2B556A}"/>
              </a:ext>
            </a:extLst>
          </p:cNvPr>
          <p:cNvSpPr txBox="1"/>
          <p:nvPr/>
        </p:nvSpPr>
        <p:spPr>
          <a:xfrm>
            <a:off x="4043494" y="5516708"/>
            <a:ext cx="198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PROTHEUS (TOTVS)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79B197-64D3-9A58-53BD-41D518C9EE97}"/>
              </a:ext>
            </a:extLst>
          </p:cNvPr>
          <p:cNvSpPr/>
          <p:nvPr/>
        </p:nvSpPr>
        <p:spPr>
          <a:xfrm>
            <a:off x="843956" y="1926939"/>
            <a:ext cx="2257338" cy="599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SQL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913271-21D5-687F-6776-31BCDC56A28B}"/>
              </a:ext>
            </a:extLst>
          </p:cNvPr>
          <p:cNvSpPr txBox="1"/>
          <p:nvPr/>
        </p:nvSpPr>
        <p:spPr>
          <a:xfrm>
            <a:off x="3956971" y="2009995"/>
            <a:ext cx="2864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SQL SERVER (Microsoft)</a:t>
            </a: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81F599-CD8B-2BC6-F5BA-6A7D90B20754}"/>
              </a:ext>
            </a:extLst>
          </p:cNvPr>
          <p:cNvSpPr/>
          <p:nvPr/>
        </p:nvSpPr>
        <p:spPr>
          <a:xfrm>
            <a:off x="852579" y="3732700"/>
            <a:ext cx="2257338" cy="5468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DBACCESS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FD14C9-10B6-7F7F-E640-B48034198F6E}"/>
              </a:ext>
            </a:extLst>
          </p:cNvPr>
          <p:cNvSpPr txBox="1"/>
          <p:nvPr/>
        </p:nvSpPr>
        <p:spPr>
          <a:xfrm>
            <a:off x="3965594" y="3785440"/>
            <a:ext cx="417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DBACCES ou TOPCONNECT 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pt-BR" dirty="0"/>
              <a:t>TOTVS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30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24DC6-90F2-4086-8634-9D9F0C10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SERVER</a:t>
            </a:r>
          </a:p>
        </p:txBody>
      </p:sp>
      <p:pic>
        <p:nvPicPr>
          <p:cNvPr id="4" name="Imagem 3" descr="Uma imagem contendo Texto&#10;&#10;Descrição gerada automaticamente">
            <a:extLst>
              <a:ext uri="{FF2B5EF4-FFF2-40B4-BE49-F238E27FC236}">
                <a16:creationId xmlns:a16="http://schemas.microsoft.com/office/drawing/2014/main" id="{28FC9A62-8B96-454F-9340-1ADDC7ED7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7256"/>
            <a:ext cx="4195098" cy="153936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EC5462A-677D-4F28-B3EB-10D7BE7FA345}"/>
              </a:ext>
            </a:extLst>
          </p:cNvPr>
          <p:cNvSpPr txBox="1"/>
          <p:nvPr/>
        </p:nvSpPr>
        <p:spPr>
          <a:xfrm>
            <a:off x="5762444" y="2051538"/>
            <a:ext cx="5204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Microsoft SQL Server é um servidor de banco de dados padrão </a:t>
            </a:r>
            <a:r>
              <a:rPr lang="pt-BR" b="0" i="0" dirty="0">
                <a:solidFill>
                  <a:srgbClr val="4D5156"/>
                </a:solidFill>
                <a:effectLst/>
                <a:latin typeface="Google Sans"/>
              </a:rPr>
              <a:t>SGBD (Sistema de Gestão de banco </a:t>
            </a:r>
          </a:p>
          <a:p>
            <a:r>
              <a:rPr lang="pt-BR" b="0" i="0" dirty="0">
                <a:solidFill>
                  <a:srgbClr val="4D5156"/>
                </a:solidFill>
                <a:effectLst/>
                <a:latin typeface="Google Sans"/>
              </a:rPr>
              <a:t>de dados)</a:t>
            </a:r>
            <a:endParaRPr lang="pt-BR" dirty="0"/>
          </a:p>
        </p:txBody>
      </p:sp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3F713DB4-CCD4-47D3-9E06-FA28BA891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975" y="3720909"/>
            <a:ext cx="773692" cy="78896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9E63B1-84D3-4A4E-A583-54B6F23D4E5E}"/>
              </a:ext>
            </a:extLst>
          </p:cNvPr>
          <p:cNvSpPr txBox="1"/>
          <p:nvPr/>
        </p:nvSpPr>
        <p:spPr>
          <a:xfrm>
            <a:off x="7894945" y="3720909"/>
            <a:ext cx="1990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abrir encontre</a:t>
            </a:r>
          </a:p>
          <a:p>
            <a:r>
              <a:rPr lang="pt-BR" dirty="0"/>
              <a:t>esse ícone</a:t>
            </a:r>
          </a:p>
        </p:txBody>
      </p:sp>
    </p:spTree>
    <p:extLst>
      <p:ext uri="{BB962C8B-B14F-4D97-AF65-F5344CB8AC3E}">
        <p14:creationId xmlns:p14="http://schemas.microsoft.com/office/powerpoint/2010/main" val="80046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55C6E-AF0F-C25E-0166-EF98B50F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ODBC (64bits)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D563A1-BCF4-E734-EC04-2790052FF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>
                <a:solidFill>
                  <a:srgbClr val="040C28"/>
                </a:solidFill>
                <a:latin typeface="Google Sans"/>
              </a:rPr>
              <a:t>É uma interface que permite conectar uma aplicação com um bancos de dados (Exemplo: SQL SERVER ou qualquer outro que aceite um driver ODBC).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dirty="0">
              <a:solidFill>
                <a:srgbClr val="4D5156"/>
              </a:solidFill>
              <a:latin typeface="Google Sans"/>
            </a:endParaRPr>
          </a:p>
          <a:p>
            <a:pPr marL="0" indent="0" algn="just">
              <a:buNone/>
            </a:pPr>
            <a:endParaRPr lang="pt-BR" b="0" i="0" dirty="0">
              <a:solidFill>
                <a:srgbClr val="4D5156"/>
              </a:solidFill>
              <a:effectLst/>
              <a:latin typeface="Google Sans"/>
            </a:endParaRPr>
          </a:p>
        </p:txBody>
      </p:sp>
      <p:pic>
        <p:nvPicPr>
          <p:cNvPr id="1026" name="Picture 2" descr="Imagem">
            <a:extLst>
              <a:ext uri="{FF2B5EF4-FFF2-40B4-BE49-F238E27FC236}">
                <a16:creationId xmlns:a16="http://schemas.microsoft.com/office/drawing/2014/main" id="{D6687A20-0F4A-D280-71BA-E3403398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781" y="2978258"/>
            <a:ext cx="3700230" cy="262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02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95F34-5811-1663-B0D9-FE8ABB44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DBACCESS (64bits)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D87E1-0B1C-77F6-2CEA-1EB7B366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>
                <a:solidFill>
                  <a:srgbClr val="040C28"/>
                </a:solidFill>
                <a:latin typeface="Google Sans"/>
              </a:rPr>
              <a:t>O </a:t>
            </a:r>
            <a:r>
              <a:rPr lang="pt-BR" dirty="0" err="1">
                <a:solidFill>
                  <a:srgbClr val="040C28"/>
                </a:solidFill>
                <a:latin typeface="Google Sans"/>
              </a:rPr>
              <a:t>DBAccess</a:t>
            </a:r>
            <a:r>
              <a:rPr lang="pt-BR" dirty="0">
                <a:solidFill>
                  <a:srgbClr val="040C28"/>
                </a:solidFill>
                <a:latin typeface="Google Sans"/>
              </a:rPr>
              <a:t> é </a:t>
            </a:r>
            <a:r>
              <a:rPr lang="pt-BR" b="0" i="0" dirty="0">
                <a:solidFill>
                  <a:srgbClr val="040C28"/>
                </a:solidFill>
                <a:effectLst/>
                <a:latin typeface="Google Sans"/>
              </a:rPr>
              <a:t>uma ferramenta para conexão à base de dados, possibilitando que o Protheus se conecte ao </a:t>
            </a:r>
            <a:r>
              <a:rPr lang="pt-BR" b="0" i="0" dirty="0" err="1">
                <a:solidFill>
                  <a:srgbClr val="040C28"/>
                </a:solidFill>
                <a:effectLst/>
                <a:latin typeface="Google Sans"/>
              </a:rPr>
              <a:t>SGBDs</a:t>
            </a:r>
            <a:r>
              <a:rPr lang="pt-BR" b="0" i="0" dirty="0">
                <a:solidFill>
                  <a:srgbClr val="040C28"/>
                </a:solidFill>
                <a:effectLst/>
                <a:latin typeface="Google Sans"/>
              </a:rPr>
              <a:t> mais utilizados (Exemplo: SQL Server)</a:t>
            </a:r>
            <a:r>
              <a:rPr lang="pt-BR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</a:p>
          <a:p>
            <a:pPr algn="just"/>
            <a:endParaRPr lang="pt-BR" dirty="0">
              <a:solidFill>
                <a:srgbClr val="4D5156"/>
              </a:solidFill>
              <a:latin typeface="Google Sans"/>
            </a:endParaRPr>
          </a:p>
        </p:txBody>
      </p:sp>
      <p:pic>
        <p:nvPicPr>
          <p:cNvPr id="3074" name="Picture 2" descr="Cross Segmentos - TOTVS Backoffice (Linha RM) - Doc. Eletrônicos ...">
            <a:extLst>
              <a:ext uri="{FF2B5EF4-FFF2-40B4-BE49-F238E27FC236}">
                <a16:creationId xmlns:a16="http://schemas.microsoft.com/office/drawing/2014/main" id="{FB1A16A7-8125-295B-74C7-59E03939C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959" y="3105638"/>
            <a:ext cx="4302481" cy="279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05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FF288-7C25-D02D-8BA1-F1960317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Conexão entre Protheus e </a:t>
            </a:r>
            <a:r>
              <a:rPr lang="pt-BR" dirty="0" err="1"/>
              <a:t>SGBDs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9E3AD-A929-032B-36DD-E4E904D1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DBACCESS se conecta ao SGBD através da ODBC, então ambos devem ser compatíveis, em outras palavras da mesma arquitetura (Exemplo: 64 bits)</a:t>
            </a:r>
          </a:p>
          <a:p>
            <a:endParaRPr lang="pt-BR" dirty="0"/>
          </a:p>
          <a:p>
            <a:r>
              <a:rPr lang="pt-BR" dirty="0"/>
              <a:t>O mercado tem duas arquiteturas predominantes: 32 e 64 bits.</a:t>
            </a:r>
          </a:p>
          <a:p>
            <a:endParaRPr lang="pt-BR" dirty="0"/>
          </a:p>
          <a:p>
            <a:pPr algn="just"/>
            <a:r>
              <a:rPr lang="pt-BR" dirty="0"/>
              <a:t>O mais indicado, devido a velocidade de acesso, é o DBACCESS + ODBC na arquitetura 64 bits. Porém o sistema operacional também deve suportar a arquitetura escolhida (32 e 64 bits).</a:t>
            </a:r>
          </a:p>
        </p:txBody>
      </p:sp>
    </p:spTree>
    <p:extLst>
      <p:ext uri="{BB962C8B-B14F-4D97-AF65-F5344CB8AC3E}">
        <p14:creationId xmlns:p14="http://schemas.microsoft.com/office/powerpoint/2010/main" val="323425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9C689-56D9-46AD-1034-D14652EB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operacional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5893D-D46A-BE35-33B3-D72AA8708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descobrir a arquitetura do sistema operacional, abra o Windows Explorer e clique com o botão direito sobre o item “Este computador”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BA63BC-3E01-16A8-876F-AD871BDF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549" y="3200756"/>
            <a:ext cx="6428571" cy="2447619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A720AC0B-DA4E-B3D9-F882-8DF28A4F4AF8}"/>
              </a:ext>
            </a:extLst>
          </p:cNvPr>
          <p:cNvSpPr/>
          <p:nvPr/>
        </p:nvSpPr>
        <p:spPr>
          <a:xfrm rot="3771647">
            <a:off x="9459422" y="3346416"/>
            <a:ext cx="209221" cy="23922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015DA54-D31D-30B5-0653-DD8520090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08" y="3037999"/>
            <a:ext cx="4031964" cy="30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1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24DC6-90F2-4086-8634-9D9F0C10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VS </a:t>
            </a:r>
            <a:r>
              <a:rPr lang="pt-BR" dirty="0" err="1"/>
              <a:t>Code</a:t>
            </a:r>
            <a:endParaRPr lang="pt-BR" dirty="0"/>
          </a:p>
        </p:txBody>
      </p:sp>
      <p:pic>
        <p:nvPicPr>
          <p:cNvPr id="5" name="Imagem 4" descr="Tela de computador com letras e números em fundo preto&#10;&#10;Descrição gerada automaticamente">
            <a:extLst>
              <a:ext uri="{FF2B5EF4-FFF2-40B4-BE49-F238E27FC236}">
                <a16:creationId xmlns:a16="http://schemas.microsoft.com/office/drawing/2014/main" id="{87957BC6-16F8-4DF3-8052-C8B6F99C4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0059"/>
            <a:ext cx="6494585" cy="36074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065958E-92BD-4E86-84B8-982AA1048B9B}"/>
              </a:ext>
            </a:extLst>
          </p:cNvPr>
          <p:cNvSpPr txBox="1"/>
          <p:nvPr/>
        </p:nvSpPr>
        <p:spPr>
          <a:xfrm>
            <a:off x="8440615" y="2051538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VS CODE é um ambiente de </a:t>
            </a:r>
          </a:p>
          <a:p>
            <a:r>
              <a:rPr lang="pt-BR" dirty="0"/>
              <a:t>Desenvolvimento (IDE)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0323E7-D664-4B5D-B206-E7D27EF98A75}"/>
              </a:ext>
            </a:extLst>
          </p:cNvPr>
          <p:cNvSpPr txBox="1"/>
          <p:nvPr/>
        </p:nvSpPr>
        <p:spPr>
          <a:xfrm>
            <a:off x="9542585" y="3565634"/>
            <a:ext cx="1990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abrir encontre</a:t>
            </a:r>
          </a:p>
          <a:p>
            <a:r>
              <a:rPr lang="pt-BR" dirty="0"/>
              <a:t>esse ícone</a:t>
            </a: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71050EB6-684C-4F95-846A-16D86BC71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15" y="3429000"/>
            <a:ext cx="1049997" cy="104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7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45D3F-A222-4CBC-90BF-1D7AA357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TOTVS Protheus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196854-0EE2-4553-9901-36A336C64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1649"/>
            <a:ext cx="4372840" cy="327963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FF85E53-1496-4824-AD56-29CB13C005F8}"/>
              </a:ext>
            </a:extLst>
          </p:cNvPr>
          <p:cNvSpPr txBox="1"/>
          <p:nvPr/>
        </p:nvSpPr>
        <p:spPr>
          <a:xfrm>
            <a:off x="8440615" y="2051538"/>
            <a:ext cx="285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Protheus é um Software ERP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97DB61-BA59-4AA6-841C-ECCD6E84AB70}"/>
              </a:ext>
            </a:extLst>
          </p:cNvPr>
          <p:cNvSpPr txBox="1"/>
          <p:nvPr/>
        </p:nvSpPr>
        <p:spPr>
          <a:xfrm>
            <a:off x="9542585" y="3565634"/>
            <a:ext cx="1990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abrir encontre</a:t>
            </a:r>
          </a:p>
          <a:p>
            <a:r>
              <a:rPr lang="pt-BR" dirty="0"/>
              <a:t>esse ícone</a:t>
            </a:r>
          </a:p>
        </p:txBody>
      </p:sp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7064C189-8216-41FB-880B-C90B2C32B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12" y="3429000"/>
            <a:ext cx="983973" cy="9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1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78771-18FC-4F34-9B9E-71B4D4B8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 Protheus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CC32DF-31D5-4053-A3B5-AF96AE81A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É uma aplicação CLIENTE/SERVIDOR</a:t>
            </a:r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Clicar no ícone “DBAccess64 - Local”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Clicar no ícone “</a:t>
            </a:r>
            <a:r>
              <a:rPr lang="pt-BR" dirty="0" err="1"/>
              <a:t>AppServer</a:t>
            </a:r>
            <a:r>
              <a:rPr lang="pt-BR" dirty="0"/>
              <a:t> -  Local”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Clicar no ícone “</a:t>
            </a:r>
            <a:r>
              <a:rPr lang="pt-BR" dirty="0" err="1"/>
              <a:t>SmartClient</a:t>
            </a:r>
            <a:r>
              <a:rPr lang="pt-BR" dirty="0"/>
              <a:t> - Local”</a:t>
            </a:r>
          </a:p>
          <a:p>
            <a:endParaRPr lang="pt-BR" dirty="0"/>
          </a:p>
        </p:txBody>
      </p:sp>
      <p:pic>
        <p:nvPicPr>
          <p:cNvPr id="7170" name="Picture 2" descr="Imagem 2">
            <a:extLst>
              <a:ext uri="{FF2B5EF4-FFF2-40B4-BE49-F238E27FC236}">
                <a16:creationId xmlns:a16="http://schemas.microsoft.com/office/drawing/2014/main" id="{E94C95D5-FC1F-BD64-0729-DDF4F286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558" y="1981200"/>
            <a:ext cx="27622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39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04B-4A7F-49CA-B680-534D7C63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ERP ?</a:t>
            </a:r>
          </a:p>
        </p:txBody>
      </p:sp>
      <p:pic>
        <p:nvPicPr>
          <p:cNvPr id="1026" name="Picture 2" descr="ERP para Pequenas e Médias Empresas - GestãoClick">
            <a:extLst>
              <a:ext uri="{FF2B5EF4-FFF2-40B4-BE49-F238E27FC236}">
                <a16:creationId xmlns:a16="http://schemas.microsoft.com/office/drawing/2014/main" id="{542D2114-56F1-4180-8C49-FE472D6B9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10" y="1828800"/>
            <a:ext cx="8151107" cy="444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3372A4-D090-CCA4-BEFD-37E5E40A9439}"/>
              </a:ext>
            </a:extLst>
          </p:cNvPr>
          <p:cNvSpPr/>
          <p:nvPr/>
        </p:nvSpPr>
        <p:spPr>
          <a:xfrm>
            <a:off x="8151962" y="5676181"/>
            <a:ext cx="1690778" cy="51758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4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C6871-758C-1D8E-AF4A-ECCDCDF0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comunicação no ERP Protheus</a:t>
            </a:r>
          </a:p>
        </p:txBody>
      </p:sp>
      <p:pic>
        <p:nvPicPr>
          <p:cNvPr id="5122" name="Picture 2" descr="Instalação Protheus + DbAccess + Sql Server - Parte única - YouTube">
            <a:extLst>
              <a:ext uri="{FF2B5EF4-FFF2-40B4-BE49-F238E27FC236}">
                <a16:creationId xmlns:a16="http://schemas.microsoft.com/office/drawing/2014/main" id="{53FC99A5-0DF2-8E50-EAEE-95D8FD954F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75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CF0B59-0752-4A2F-5A2F-43C5567C8759}"/>
              </a:ext>
            </a:extLst>
          </p:cNvPr>
          <p:cNvSpPr/>
          <p:nvPr/>
        </p:nvSpPr>
        <p:spPr>
          <a:xfrm>
            <a:off x="8891308" y="1526920"/>
            <a:ext cx="1052423" cy="4948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Nuvem 4">
            <a:extLst>
              <a:ext uri="{FF2B5EF4-FFF2-40B4-BE49-F238E27FC236}">
                <a16:creationId xmlns:a16="http://schemas.microsoft.com/office/drawing/2014/main" id="{B7E233FE-7F2E-77FC-C7BA-8E35F2592FF3}"/>
              </a:ext>
            </a:extLst>
          </p:cNvPr>
          <p:cNvSpPr/>
          <p:nvPr/>
        </p:nvSpPr>
        <p:spPr>
          <a:xfrm>
            <a:off x="4925686" y="4580626"/>
            <a:ext cx="1052423" cy="756489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DBAccess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Cubo 5">
            <a:extLst>
              <a:ext uri="{FF2B5EF4-FFF2-40B4-BE49-F238E27FC236}">
                <a16:creationId xmlns:a16="http://schemas.microsoft.com/office/drawing/2014/main" id="{88AAAC0C-FEE8-8330-CAD6-D6D6E3ABF02A}"/>
              </a:ext>
            </a:extLst>
          </p:cNvPr>
          <p:cNvSpPr/>
          <p:nvPr/>
        </p:nvSpPr>
        <p:spPr>
          <a:xfrm>
            <a:off x="7689000" y="2370858"/>
            <a:ext cx="961127" cy="70877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VS </a:t>
            </a:r>
            <a:r>
              <a:rPr lang="pt-BR" sz="1100" dirty="0" err="1"/>
              <a:t>Code</a:t>
            </a:r>
            <a:endParaRPr lang="pt-BR" sz="1100" dirty="0"/>
          </a:p>
        </p:txBody>
      </p:sp>
      <p:sp>
        <p:nvSpPr>
          <p:cNvPr id="7" name="Seta: de Cima para Baixo 6">
            <a:extLst>
              <a:ext uri="{FF2B5EF4-FFF2-40B4-BE49-F238E27FC236}">
                <a16:creationId xmlns:a16="http://schemas.microsoft.com/office/drawing/2014/main" id="{35D18BCD-50D8-AFC9-B4A7-51895819B493}"/>
              </a:ext>
            </a:extLst>
          </p:cNvPr>
          <p:cNvSpPr/>
          <p:nvPr/>
        </p:nvSpPr>
        <p:spPr>
          <a:xfrm rot="4467402">
            <a:off x="7244276" y="2790246"/>
            <a:ext cx="154765" cy="509743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Nuvem 7">
            <a:extLst>
              <a:ext uri="{FF2B5EF4-FFF2-40B4-BE49-F238E27FC236}">
                <a16:creationId xmlns:a16="http://schemas.microsoft.com/office/drawing/2014/main" id="{D041A43C-A8F8-D27A-3C67-DBA2E9781ECF}"/>
              </a:ext>
            </a:extLst>
          </p:cNvPr>
          <p:cNvSpPr/>
          <p:nvPr/>
        </p:nvSpPr>
        <p:spPr>
          <a:xfrm>
            <a:off x="6348684" y="3069001"/>
            <a:ext cx="605633" cy="323761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eta: de Cima para Baixo 8">
            <a:extLst>
              <a:ext uri="{FF2B5EF4-FFF2-40B4-BE49-F238E27FC236}">
                <a16:creationId xmlns:a16="http://schemas.microsoft.com/office/drawing/2014/main" id="{EB67B20E-C688-F3A7-98B9-E23F4C0131A2}"/>
              </a:ext>
            </a:extLst>
          </p:cNvPr>
          <p:cNvSpPr/>
          <p:nvPr/>
        </p:nvSpPr>
        <p:spPr>
          <a:xfrm rot="4691337">
            <a:off x="5956150" y="3118173"/>
            <a:ext cx="152939" cy="465049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9EC907-E7FE-909D-4E73-ECCE95898A87}"/>
              </a:ext>
            </a:extLst>
          </p:cNvPr>
          <p:cNvSpPr txBox="1"/>
          <p:nvPr/>
        </p:nvSpPr>
        <p:spPr>
          <a:xfrm>
            <a:off x="8608772" y="2483151"/>
            <a:ext cx="1617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Programadores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67BE061-5B8A-22EA-CA2D-7290E9667F52}"/>
              </a:ext>
            </a:extLst>
          </p:cNvPr>
          <p:cNvSpPr txBox="1"/>
          <p:nvPr/>
        </p:nvSpPr>
        <p:spPr>
          <a:xfrm>
            <a:off x="8502656" y="3359276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Usuários</a:t>
            </a:r>
          </a:p>
        </p:txBody>
      </p:sp>
    </p:spTree>
    <p:extLst>
      <p:ext uri="{BB962C8B-B14F-4D97-AF65-F5344CB8AC3E}">
        <p14:creationId xmlns:p14="http://schemas.microsoft.com/office/powerpoint/2010/main" val="4076434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416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Google Sans</vt:lpstr>
      <vt:lpstr>Tema do Office</vt:lpstr>
      <vt:lpstr>Introdução aos conceitos Protheus</vt:lpstr>
      <vt:lpstr>       ALGUNS TERMOS IMPORTANTES        </vt:lpstr>
      <vt:lpstr>       MARCAS DO TERMOS IMPORTANTES        </vt:lpstr>
      <vt:lpstr>SQL SERVER</vt:lpstr>
      <vt:lpstr>ODBC (64bits)</vt:lpstr>
      <vt:lpstr>DBACCESS (64bits)</vt:lpstr>
      <vt:lpstr>Conexão entre Protheus e SGBDs</vt:lpstr>
      <vt:lpstr>Sistema operacional</vt:lpstr>
      <vt:lpstr>VS Code</vt:lpstr>
      <vt:lpstr>TOTVS Protheus</vt:lpstr>
      <vt:lpstr>Funcionamento do Protheus</vt:lpstr>
      <vt:lpstr>O QUE É UM ERP ?</vt:lpstr>
      <vt:lpstr>Estrutura de comunicação no ERP Protheus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Milton J.dos Santos</dc:creator>
  <cp:lastModifiedBy>Milton J.dos Santos</cp:lastModifiedBy>
  <cp:revision>22</cp:revision>
  <dcterms:created xsi:type="dcterms:W3CDTF">2021-01-02T20:07:06Z</dcterms:created>
  <dcterms:modified xsi:type="dcterms:W3CDTF">2024-01-20T15:38:24Z</dcterms:modified>
</cp:coreProperties>
</file>